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7432000" cy="41148000"/>
  <p:notesSz cx="6858000" cy="9144000"/>
  <p:embeddedFontLst>
    <p:embeddedFont>
      <p:font typeface="Avenir" panose="02000503020000020003" pitchFamily="2" charset="0"/>
      <p:regular r:id="rId4"/>
      <p:italic r:id="rId5"/>
    </p:embeddedFont>
    <p:embeddedFont>
      <p:font typeface="Open Sans" panose="020B0606030504020204" pitchFamily="34" charset="0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" roundtripDataSignature="AMtx7mj2lCnrPOAb5FD/7LHIg2ZKJEG5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FF7"/>
    <a:srgbClr val="F7E8C9"/>
    <a:srgbClr val="0056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19"/>
    <p:restoredTop sz="94618"/>
  </p:normalViewPr>
  <p:slideViewPr>
    <p:cSldViewPr snapToGrid="0">
      <p:cViewPr>
        <p:scale>
          <a:sx n="60" d="100"/>
          <a:sy n="60" d="100"/>
        </p:scale>
        <p:origin x="110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presProps" Target="presProps.xml"/><Relationship Id="rId5" Type="http://schemas.openxmlformats.org/officeDocument/2006/relationships/font" Target="fonts/font2.fntdata"/><Relationship Id="rId10" Type="http://customschemas.google.com/relationships/presentationmetadata" Target="meta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413288" y="685800"/>
            <a:ext cx="2032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685800"/>
            <a:ext cx="228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127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1508760" y="30510488"/>
            <a:ext cx="49377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7269480" y="30510488"/>
            <a:ext cx="74067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5499080" y="30510488"/>
            <a:ext cx="49377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ED5D48-3F72-906A-55ED-B3ECB2E410D4}"/>
              </a:ext>
            </a:extLst>
          </p:cNvPr>
          <p:cNvSpPr/>
          <p:nvPr userDrawn="1"/>
        </p:nvSpPr>
        <p:spPr>
          <a:xfrm>
            <a:off x="0" y="1"/>
            <a:ext cx="27432000" cy="2371428"/>
          </a:xfrm>
          <a:prstGeom prst="rect">
            <a:avLst/>
          </a:prstGeom>
          <a:solidFill>
            <a:srgbClr val="00569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123D09-D505-2D72-9FDF-F22657DAD764}"/>
              </a:ext>
            </a:extLst>
          </p:cNvPr>
          <p:cNvSpPr txBox="1"/>
          <p:nvPr userDrawn="1"/>
        </p:nvSpPr>
        <p:spPr>
          <a:xfrm>
            <a:off x="353910" y="2686884"/>
            <a:ext cx="12824210" cy="646331"/>
          </a:xfrm>
          <a:prstGeom prst="rect">
            <a:avLst/>
          </a:prstGeom>
          <a:solidFill>
            <a:srgbClr val="005698"/>
          </a:solidFill>
        </p:spPr>
        <p:txBody>
          <a:bodyPr wrap="square" lIns="457200" anchor="ctr">
            <a:spAutoFit/>
          </a:bodyPr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rPr lang="en-US" dirty="0">
                <a:solidFill>
                  <a:srgbClr val="F7E8C9"/>
                </a:solidFill>
              </a:rPr>
              <a:t>Introduction</a:t>
            </a:r>
            <a:endParaRPr dirty="0">
              <a:solidFill>
                <a:srgbClr val="F7E8C9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1DE082-BBA3-F7F3-B09A-8EC0F313C953}"/>
              </a:ext>
            </a:extLst>
          </p:cNvPr>
          <p:cNvSpPr txBox="1"/>
          <p:nvPr userDrawn="1"/>
        </p:nvSpPr>
        <p:spPr>
          <a:xfrm>
            <a:off x="1353365" y="15028144"/>
            <a:ext cx="11824752" cy="646331"/>
          </a:xfrm>
          <a:prstGeom prst="rect">
            <a:avLst/>
          </a:prstGeom>
          <a:solidFill>
            <a:schemeClr val="bg1"/>
          </a:solidFill>
          <a:ln w="12700">
            <a:solidFill>
              <a:srgbClr val="005698"/>
            </a:solidFill>
          </a:ln>
        </p:spPr>
        <p:txBody>
          <a:bodyPr wrap="square" lIns="457200" anchor="ctr">
            <a:spAutoFit/>
          </a:bodyPr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rPr lang="en-US" dirty="0">
                <a:solidFill>
                  <a:srgbClr val="005698"/>
                </a:solidFill>
              </a:rPr>
              <a:t>Goals</a:t>
            </a:r>
            <a:endParaRPr dirty="0">
              <a:solidFill>
                <a:srgbClr val="00569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F8380A-832F-A6B6-C1F9-9B5CD9ACF8AD}"/>
              </a:ext>
            </a:extLst>
          </p:cNvPr>
          <p:cNvSpPr txBox="1"/>
          <p:nvPr userDrawn="1"/>
        </p:nvSpPr>
        <p:spPr>
          <a:xfrm>
            <a:off x="353909" y="24341062"/>
            <a:ext cx="12824209" cy="646331"/>
          </a:xfrm>
          <a:prstGeom prst="rect">
            <a:avLst/>
          </a:prstGeom>
          <a:solidFill>
            <a:srgbClr val="005698"/>
          </a:solidFill>
        </p:spPr>
        <p:txBody>
          <a:bodyPr wrap="square" lIns="457200" anchor="ctr">
            <a:spAutoFit/>
          </a:bodyPr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rPr dirty="0">
                <a:solidFill>
                  <a:srgbClr val="F7E8C9"/>
                </a:solidFill>
              </a:rPr>
              <a:t>Initial Course Syllabus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A23F01-9E02-4446-6C13-799C5356DEAA}"/>
              </a:ext>
            </a:extLst>
          </p:cNvPr>
          <p:cNvSpPr txBox="1"/>
          <p:nvPr userDrawn="1"/>
        </p:nvSpPr>
        <p:spPr>
          <a:xfrm>
            <a:off x="14253881" y="2686884"/>
            <a:ext cx="12824210" cy="646331"/>
          </a:xfrm>
          <a:prstGeom prst="rect">
            <a:avLst/>
          </a:prstGeom>
          <a:solidFill>
            <a:srgbClr val="005698"/>
          </a:solidFill>
        </p:spPr>
        <p:txBody>
          <a:bodyPr wrap="square" lIns="457200" anchor="ctr">
            <a:spAutoFit/>
          </a:bodyPr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rPr dirty="0">
                <a:solidFill>
                  <a:srgbClr val="F7E8C9"/>
                </a:solidFill>
              </a:rPr>
              <a:t>Modified Course Syllabus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C29343-6EDC-AE68-B797-41EF96CDE4F1}"/>
              </a:ext>
            </a:extLst>
          </p:cNvPr>
          <p:cNvSpPr txBox="1"/>
          <p:nvPr userDrawn="1"/>
        </p:nvSpPr>
        <p:spPr>
          <a:xfrm>
            <a:off x="14253880" y="13701905"/>
            <a:ext cx="12824210" cy="646331"/>
          </a:xfrm>
          <a:prstGeom prst="rect">
            <a:avLst/>
          </a:prstGeom>
          <a:solidFill>
            <a:srgbClr val="005698"/>
          </a:solidFill>
        </p:spPr>
        <p:txBody>
          <a:bodyPr wrap="square" lIns="457200" anchor="ctr">
            <a:spAutoFit/>
          </a:bodyPr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rPr dirty="0">
                <a:solidFill>
                  <a:srgbClr val="F7E8C9"/>
                </a:solidFill>
              </a:rPr>
              <a:t>Science Gateways Resources Used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80188C-D200-BCF3-EE90-1777C6DC0C02}"/>
              </a:ext>
            </a:extLst>
          </p:cNvPr>
          <p:cNvSpPr txBox="1"/>
          <p:nvPr userDrawn="1"/>
        </p:nvSpPr>
        <p:spPr>
          <a:xfrm>
            <a:off x="14253880" y="18235354"/>
            <a:ext cx="12824210" cy="646331"/>
          </a:xfrm>
          <a:prstGeom prst="rect">
            <a:avLst/>
          </a:prstGeom>
          <a:solidFill>
            <a:srgbClr val="005698"/>
          </a:solidFill>
        </p:spPr>
        <p:txBody>
          <a:bodyPr wrap="square" lIns="457200" anchor="ctr">
            <a:spAutoFit/>
          </a:bodyPr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rPr lang="en-US" dirty="0">
                <a:solidFill>
                  <a:srgbClr val="F7E8C9"/>
                </a:solidFill>
              </a:rPr>
              <a:t>Expansions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6738B9-6F90-2871-3A72-7C14C05BA3ED}"/>
              </a:ext>
            </a:extLst>
          </p:cNvPr>
          <p:cNvSpPr txBox="1"/>
          <p:nvPr userDrawn="1"/>
        </p:nvSpPr>
        <p:spPr>
          <a:xfrm>
            <a:off x="14253880" y="26009590"/>
            <a:ext cx="12824210" cy="646331"/>
          </a:xfrm>
          <a:prstGeom prst="rect">
            <a:avLst/>
          </a:prstGeom>
          <a:solidFill>
            <a:srgbClr val="005698"/>
          </a:solidFill>
        </p:spPr>
        <p:txBody>
          <a:bodyPr wrap="square" lIns="457200" anchor="ctr">
            <a:spAutoFit/>
          </a:bodyPr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rPr dirty="0">
                <a:solidFill>
                  <a:srgbClr val="F7E8C9"/>
                </a:solidFill>
              </a:rPr>
              <a:t>References</a:t>
            </a:r>
          </a:p>
        </p:txBody>
      </p:sp>
      <p:pic>
        <p:nvPicPr>
          <p:cNvPr id="15" name="Picture 14" descr="A close-up of a paper&#10;&#10;AI-generated content may be incorrect.">
            <a:extLst>
              <a:ext uri="{FF2B5EF4-FFF2-40B4-BE49-F238E27FC236}">
                <a16:creationId xmlns:a16="http://schemas.microsoft.com/office/drawing/2014/main" id="{774F7CEC-BFE8-05B1-E633-E35F5F05D48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13368"/>
            <a:ext cx="9032240" cy="225806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56E00BB-07F5-B12B-FB16-2EE4C241F9E3}"/>
              </a:ext>
            </a:extLst>
          </p:cNvPr>
          <p:cNvSpPr/>
          <p:nvPr userDrawn="1"/>
        </p:nvSpPr>
        <p:spPr>
          <a:xfrm>
            <a:off x="0" y="39716778"/>
            <a:ext cx="27432000" cy="1457028"/>
          </a:xfrm>
          <a:prstGeom prst="rect">
            <a:avLst/>
          </a:prstGeom>
          <a:solidFill>
            <a:srgbClr val="00569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2C8402F-92CB-58E0-7AAC-CF81BEAB28F6}"/>
              </a:ext>
            </a:extLst>
          </p:cNvPr>
          <p:cNvGrpSpPr/>
          <p:nvPr userDrawn="1"/>
        </p:nvGrpSpPr>
        <p:grpSpPr>
          <a:xfrm>
            <a:off x="-1" y="39940992"/>
            <a:ext cx="10113511" cy="1091684"/>
            <a:chOff x="0" y="3683700"/>
            <a:chExt cx="4029900" cy="435000"/>
          </a:xfrm>
        </p:grpSpPr>
        <p:sp>
          <p:nvSpPr>
            <p:cNvPr id="19" name="Google Shape;69;p15">
              <a:extLst>
                <a:ext uri="{FF2B5EF4-FFF2-40B4-BE49-F238E27FC236}">
                  <a16:creationId xmlns:a16="http://schemas.microsoft.com/office/drawing/2014/main" id="{C33D35C7-7A28-7800-62CA-00C1EAC2D7BC}"/>
                </a:ext>
              </a:extLst>
            </p:cNvPr>
            <p:cNvSpPr/>
            <p:nvPr/>
          </p:nvSpPr>
          <p:spPr>
            <a:xfrm>
              <a:off x="0" y="3683700"/>
              <a:ext cx="4029900" cy="435000"/>
            </a:xfrm>
            <a:prstGeom prst="rect">
              <a:avLst/>
            </a:prstGeom>
            <a:solidFill>
              <a:schemeClr val="lt1"/>
            </a:solidFill>
            <a:ln w="83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9675" tIns="79675" rIns="79675" bIns="796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19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" name="Google Shape;70;p15">
              <a:extLst>
                <a:ext uri="{FF2B5EF4-FFF2-40B4-BE49-F238E27FC236}">
                  <a16:creationId xmlns:a16="http://schemas.microsoft.com/office/drawing/2014/main" id="{CA093001-51C4-55E4-7895-F272958D6B16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41022" y="3749892"/>
              <a:ext cx="1037645" cy="3099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71;p15" descr="A green and white logo&#10;&#10;Description automatically generated">
              <a:extLst>
                <a:ext uri="{FF2B5EF4-FFF2-40B4-BE49-F238E27FC236}">
                  <a16:creationId xmlns:a16="http://schemas.microsoft.com/office/drawing/2014/main" id="{B746B043-1391-EF27-6D2F-4607B9E28D12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254133" y="3715341"/>
              <a:ext cx="737581" cy="3790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72;p15" descr="A blue and orange logo&#10;&#10;Description automatically generated">
              <a:extLst>
                <a:ext uri="{FF2B5EF4-FFF2-40B4-BE49-F238E27FC236}">
                  <a16:creationId xmlns:a16="http://schemas.microsoft.com/office/drawing/2014/main" id="{37719B56-AD07-9505-75D4-91BE8469EBD8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033110" y="3745992"/>
              <a:ext cx="1108279" cy="3177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3;p15">
              <a:extLst>
                <a:ext uri="{FF2B5EF4-FFF2-40B4-BE49-F238E27FC236}">
                  <a16:creationId xmlns:a16="http://schemas.microsoft.com/office/drawing/2014/main" id="{E9F39FB3-DEFE-C141-71AF-D0AC4C69BE06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182783" y="3745992"/>
              <a:ext cx="811556" cy="3177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" name="Google Shape;74;p15">
            <a:extLst>
              <a:ext uri="{FF2B5EF4-FFF2-40B4-BE49-F238E27FC236}">
                <a16:creationId xmlns:a16="http://schemas.microsoft.com/office/drawing/2014/main" id="{423893AE-4BB5-6401-58A0-25D396418059}"/>
              </a:ext>
            </a:extLst>
          </p:cNvPr>
          <p:cNvSpPr txBox="1"/>
          <p:nvPr userDrawn="1"/>
        </p:nvSpPr>
        <p:spPr>
          <a:xfrm>
            <a:off x="11899249" y="40144447"/>
            <a:ext cx="14171096" cy="684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i="0" u="none" strike="noStrike" cap="none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Event Site: </a:t>
            </a:r>
            <a:r>
              <a:rPr lang="en" sz="4000" b="0" i="0" u="none" strike="noStrike" cap="none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https://</a:t>
            </a:r>
            <a:r>
              <a:rPr lang="en" sz="4000" b="0" i="0" u="none" strike="noStrike" cap="none" dirty="0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hackhpc.github.io</a:t>
            </a:r>
            <a:r>
              <a:rPr lang="en" sz="4000" b="0" i="0" u="none" strike="noStrike" cap="none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/facultyhack-gateways2</a:t>
            </a:r>
            <a:r>
              <a:rPr lang="en" sz="40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 sz="2800" dirty="0">
              <a:solidFill>
                <a:schemeClr val="bg1"/>
              </a:solidFill>
            </a:endParaRPr>
          </a:p>
        </p:txBody>
      </p:sp>
      <p:pic>
        <p:nvPicPr>
          <p:cNvPr id="25" name="Picture 2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6A8EFF9E-DE5C-9305-1F52-125DA7C1E3C4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6070345" y="39825670"/>
            <a:ext cx="1207006" cy="120700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66A6139-67D7-4938-3837-A60ABC2FA6EB}"/>
              </a:ext>
            </a:extLst>
          </p:cNvPr>
          <p:cNvSpPr txBox="1"/>
          <p:nvPr userDrawn="1"/>
        </p:nvSpPr>
        <p:spPr>
          <a:xfrm>
            <a:off x="1353365" y="8411907"/>
            <a:ext cx="11824751" cy="646331"/>
          </a:xfrm>
          <a:prstGeom prst="rect">
            <a:avLst/>
          </a:prstGeom>
          <a:solidFill>
            <a:schemeClr val="bg1"/>
          </a:solidFill>
          <a:ln w="12700">
            <a:solidFill>
              <a:srgbClr val="005698"/>
            </a:solidFill>
          </a:ln>
        </p:spPr>
        <p:txBody>
          <a:bodyPr wrap="square" lIns="457200" anchor="ctr">
            <a:spAutoFit/>
          </a:bodyPr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rPr lang="en-US" dirty="0">
                <a:solidFill>
                  <a:srgbClr val="005698"/>
                </a:solidFill>
              </a:rPr>
              <a:t>Target Course Description</a:t>
            </a:r>
            <a:endParaRPr dirty="0">
              <a:solidFill>
                <a:srgbClr val="005698"/>
              </a:solidFill>
            </a:endParaRP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ADE639D2-2274-4015-4C0E-1ACD757C80E1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418542" y="171386"/>
            <a:ext cx="1310610" cy="131061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6DFE9A1-A4BA-53BB-D846-E23DA22E3A63}"/>
              </a:ext>
            </a:extLst>
          </p:cNvPr>
          <p:cNvSpPr txBox="1"/>
          <p:nvPr userDrawn="1"/>
        </p:nvSpPr>
        <p:spPr>
          <a:xfrm>
            <a:off x="24715694" y="1536442"/>
            <a:ext cx="27163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7E8C9"/>
                </a:solidFill>
              </a:rPr>
              <a:t>SGX3 is funded by the </a:t>
            </a:r>
            <a:br>
              <a:rPr lang="en-US" dirty="0">
                <a:solidFill>
                  <a:srgbClr val="F7E8C9"/>
                </a:solidFill>
              </a:rPr>
            </a:br>
            <a:r>
              <a:rPr lang="en-US" dirty="0">
                <a:solidFill>
                  <a:srgbClr val="F7E8C9"/>
                </a:solidFill>
              </a:rPr>
              <a:t>National Science Foundation </a:t>
            </a:r>
            <a:br>
              <a:rPr lang="en-US" dirty="0">
                <a:solidFill>
                  <a:srgbClr val="F7E8C9"/>
                </a:solidFill>
              </a:rPr>
            </a:br>
            <a:r>
              <a:rPr lang="en-US" dirty="0">
                <a:solidFill>
                  <a:srgbClr val="F7E8C9"/>
                </a:solidFill>
              </a:rPr>
              <a:t>under award number 2231406.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0DA89B-06AD-C36A-7509-CBF5BFE975E6}"/>
              </a:ext>
            </a:extLst>
          </p:cNvPr>
          <p:cNvSpPr txBox="1"/>
          <p:nvPr userDrawn="1"/>
        </p:nvSpPr>
        <p:spPr>
          <a:xfrm>
            <a:off x="14253880" y="30278083"/>
            <a:ext cx="12824210" cy="646331"/>
          </a:xfrm>
          <a:prstGeom prst="rect">
            <a:avLst/>
          </a:prstGeom>
          <a:solidFill>
            <a:srgbClr val="005698"/>
          </a:solidFill>
        </p:spPr>
        <p:txBody>
          <a:bodyPr wrap="square" lIns="457200" anchor="ctr">
            <a:spAutoFit/>
          </a:bodyPr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rPr lang="en-US" dirty="0">
                <a:solidFill>
                  <a:srgbClr val="F7E8C9"/>
                </a:solidFill>
              </a:rPr>
              <a:t>Authors</a:t>
            </a:r>
            <a:endParaRPr dirty="0">
              <a:solidFill>
                <a:srgbClr val="F7E8C9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0FDB91-5DC8-9B81-17FA-D23A47E9A80E}"/>
              </a:ext>
            </a:extLst>
          </p:cNvPr>
          <p:cNvSpPr txBox="1"/>
          <p:nvPr userDrawn="1"/>
        </p:nvSpPr>
        <p:spPr>
          <a:xfrm>
            <a:off x="14253880" y="9657060"/>
            <a:ext cx="12824210" cy="646331"/>
          </a:xfrm>
          <a:prstGeom prst="rect">
            <a:avLst/>
          </a:prstGeom>
          <a:solidFill>
            <a:srgbClr val="005698"/>
          </a:solidFill>
        </p:spPr>
        <p:txBody>
          <a:bodyPr wrap="square" lIns="457200" anchor="ctr">
            <a:spAutoFit/>
          </a:bodyPr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rPr lang="en-US" dirty="0">
                <a:solidFill>
                  <a:srgbClr val="F7E8C9"/>
                </a:solidFill>
              </a:rPr>
              <a:t>Mentor Suggestions</a:t>
            </a:r>
            <a:endParaRPr dirty="0">
              <a:solidFill>
                <a:srgbClr val="F7E8C9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000" b="1" i="0" u="none" strike="noStrike" cap="none">
          <a:solidFill>
            <a:srgbClr val="F7E8C9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F4C79B-7372-A37A-5093-06B65F2F724B}"/>
              </a:ext>
            </a:extLst>
          </p:cNvPr>
          <p:cNvSpPr/>
          <p:nvPr/>
        </p:nvSpPr>
        <p:spPr>
          <a:xfrm>
            <a:off x="0" y="1"/>
            <a:ext cx="27432000" cy="2371428"/>
          </a:xfrm>
          <a:prstGeom prst="rect">
            <a:avLst/>
          </a:prstGeom>
          <a:solidFill>
            <a:srgbClr val="00569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53910" y="2686884"/>
            <a:ext cx="12824210" cy="646331"/>
          </a:xfrm>
          <a:prstGeom prst="rect">
            <a:avLst/>
          </a:prstGeom>
          <a:solidFill>
            <a:srgbClr val="005698"/>
          </a:solidFill>
        </p:spPr>
        <p:txBody>
          <a:bodyPr wrap="square" lIns="457200" anchor="ctr">
            <a:spAutoFit/>
          </a:bodyPr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rPr lang="en-US" dirty="0">
                <a:solidFill>
                  <a:srgbClr val="F7E8C9"/>
                </a:solidFill>
              </a:rPr>
              <a:t>Introduction</a:t>
            </a:r>
            <a:endParaRPr dirty="0">
              <a:solidFill>
                <a:srgbClr val="F7E8C9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53365" y="15028144"/>
            <a:ext cx="11824752" cy="646331"/>
          </a:xfrm>
          <a:prstGeom prst="rect">
            <a:avLst/>
          </a:prstGeom>
          <a:solidFill>
            <a:schemeClr val="bg1"/>
          </a:solidFill>
          <a:ln w="12700">
            <a:solidFill>
              <a:srgbClr val="005698"/>
            </a:solidFill>
          </a:ln>
        </p:spPr>
        <p:txBody>
          <a:bodyPr wrap="square" lIns="457200" anchor="ctr">
            <a:spAutoFit/>
          </a:bodyPr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rPr lang="en-US" dirty="0">
                <a:solidFill>
                  <a:srgbClr val="005698"/>
                </a:solidFill>
              </a:rPr>
              <a:t>Goals</a:t>
            </a:r>
            <a:endParaRPr dirty="0">
              <a:solidFill>
                <a:srgbClr val="00569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3909" y="24341062"/>
            <a:ext cx="12824209" cy="646331"/>
          </a:xfrm>
          <a:prstGeom prst="rect">
            <a:avLst/>
          </a:prstGeom>
          <a:solidFill>
            <a:srgbClr val="005698"/>
          </a:solidFill>
        </p:spPr>
        <p:txBody>
          <a:bodyPr wrap="square" lIns="457200" anchor="ctr">
            <a:spAutoFit/>
          </a:bodyPr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rPr dirty="0">
                <a:solidFill>
                  <a:srgbClr val="F7E8C9"/>
                </a:solidFill>
              </a:rPr>
              <a:t>Initial Course Syllabus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53881" y="2686884"/>
            <a:ext cx="12824210" cy="646331"/>
          </a:xfrm>
          <a:prstGeom prst="rect">
            <a:avLst/>
          </a:prstGeom>
          <a:solidFill>
            <a:srgbClr val="005698"/>
          </a:solidFill>
        </p:spPr>
        <p:txBody>
          <a:bodyPr wrap="square" lIns="457200" anchor="ctr">
            <a:spAutoFit/>
          </a:bodyPr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rPr dirty="0">
                <a:solidFill>
                  <a:srgbClr val="F7E8C9"/>
                </a:solidFill>
              </a:rPr>
              <a:t>Modified Course Syllabus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53880" y="13701905"/>
            <a:ext cx="12824210" cy="646331"/>
          </a:xfrm>
          <a:prstGeom prst="rect">
            <a:avLst/>
          </a:prstGeom>
          <a:solidFill>
            <a:srgbClr val="005698"/>
          </a:solidFill>
        </p:spPr>
        <p:txBody>
          <a:bodyPr wrap="square" lIns="457200" anchor="ctr">
            <a:spAutoFit/>
          </a:bodyPr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rPr dirty="0">
                <a:solidFill>
                  <a:srgbClr val="F7E8C9"/>
                </a:solidFill>
              </a:rPr>
              <a:t>Science Gateways Resources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53880" y="18235354"/>
            <a:ext cx="12824210" cy="646331"/>
          </a:xfrm>
          <a:prstGeom prst="rect">
            <a:avLst/>
          </a:prstGeom>
          <a:solidFill>
            <a:srgbClr val="005698"/>
          </a:solidFill>
        </p:spPr>
        <p:txBody>
          <a:bodyPr wrap="square" lIns="457200" anchor="ctr">
            <a:spAutoFit/>
          </a:bodyPr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rPr lang="en-US" dirty="0">
                <a:solidFill>
                  <a:srgbClr val="F7E8C9"/>
                </a:solidFill>
              </a:rPr>
              <a:t>Expansions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53880" y="26009590"/>
            <a:ext cx="12824210" cy="646331"/>
          </a:xfrm>
          <a:prstGeom prst="rect">
            <a:avLst/>
          </a:prstGeom>
          <a:solidFill>
            <a:srgbClr val="005698"/>
          </a:solidFill>
        </p:spPr>
        <p:txBody>
          <a:bodyPr wrap="square" lIns="457200" anchor="ctr">
            <a:spAutoFit/>
          </a:bodyPr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rPr dirty="0">
                <a:solidFill>
                  <a:srgbClr val="F7E8C9"/>
                </a:solidFill>
              </a:rPr>
              <a:t>References</a:t>
            </a:r>
          </a:p>
        </p:txBody>
      </p:sp>
      <p:pic>
        <p:nvPicPr>
          <p:cNvPr id="18" name="Picture 17" descr="A close-up of a paper&#10;&#10;AI-generated content may be incorrect.">
            <a:extLst>
              <a:ext uri="{FF2B5EF4-FFF2-40B4-BE49-F238E27FC236}">
                <a16:creationId xmlns:a16="http://schemas.microsoft.com/office/drawing/2014/main" id="{4C267CA0-B799-FE2D-82F3-69F2B24E2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3368"/>
            <a:ext cx="9032240" cy="225806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723864" y="677883"/>
            <a:ext cx="168793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004C99"/>
                </a:solidFill>
              </a:defRPr>
            </a:pPr>
            <a:r>
              <a:rPr lang="en-US" dirty="0">
                <a:solidFill>
                  <a:srgbClr val="F7E8C9"/>
                </a:solidFill>
              </a:rPr>
              <a:t>Poster Title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8C6531-1CFA-6680-703D-4F8B1867032F}"/>
              </a:ext>
            </a:extLst>
          </p:cNvPr>
          <p:cNvSpPr/>
          <p:nvPr/>
        </p:nvSpPr>
        <p:spPr>
          <a:xfrm>
            <a:off x="0" y="39716778"/>
            <a:ext cx="27432000" cy="1457028"/>
          </a:xfrm>
          <a:prstGeom prst="rect">
            <a:avLst/>
          </a:prstGeom>
          <a:solidFill>
            <a:srgbClr val="00569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B64A0CF-8114-883B-852B-475C1FD1F676}"/>
              </a:ext>
            </a:extLst>
          </p:cNvPr>
          <p:cNvGrpSpPr/>
          <p:nvPr/>
        </p:nvGrpSpPr>
        <p:grpSpPr>
          <a:xfrm>
            <a:off x="-1" y="39940992"/>
            <a:ext cx="10113511" cy="1091684"/>
            <a:chOff x="0" y="3683700"/>
            <a:chExt cx="4029900" cy="435000"/>
          </a:xfrm>
        </p:grpSpPr>
        <p:sp>
          <p:nvSpPr>
            <p:cNvPr id="20" name="Google Shape;69;p15">
              <a:extLst>
                <a:ext uri="{FF2B5EF4-FFF2-40B4-BE49-F238E27FC236}">
                  <a16:creationId xmlns:a16="http://schemas.microsoft.com/office/drawing/2014/main" id="{0C3782D3-3369-AD89-E256-F0B0CF554462}"/>
                </a:ext>
              </a:extLst>
            </p:cNvPr>
            <p:cNvSpPr/>
            <p:nvPr/>
          </p:nvSpPr>
          <p:spPr>
            <a:xfrm>
              <a:off x="0" y="3683700"/>
              <a:ext cx="4029900" cy="435000"/>
            </a:xfrm>
            <a:prstGeom prst="rect">
              <a:avLst/>
            </a:prstGeom>
            <a:solidFill>
              <a:schemeClr val="lt1"/>
            </a:solidFill>
            <a:ln w="83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9675" tIns="79675" rIns="79675" bIns="796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19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" name="Google Shape;70;p15">
              <a:extLst>
                <a:ext uri="{FF2B5EF4-FFF2-40B4-BE49-F238E27FC236}">
                  <a16:creationId xmlns:a16="http://schemas.microsoft.com/office/drawing/2014/main" id="{90B0E71C-9A5A-57B9-B2D4-E029C364720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41022" y="3749892"/>
              <a:ext cx="1037645" cy="3099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71;p15" descr="A green and white logo&#10;&#10;Description automatically generated">
              <a:extLst>
                <a:ext uri="{FF2B5EF4-FFF2-40B4-BE49-F238E27FC236}">
                  <a16:creationId xmlns:a16="http://schemas.microsoft.com/office/drawing/2014/main" id="{B57B68C1-FDCA-72F2-7EFD-5330C247B196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254133" y="3715341"/>
              <a:ext cx="737581" cy="3790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2;p15" descr="A blue and orange logo&#10;&#10;Description automatically generated">
              <a:extLst>
                <a:ext uri="{FF2B5EF4-FFF2-40B4-BE49-F238E27FC236}">
                  <a16:creationId xmlns:a16="http://schemas.microsoft.com/office/drawing/2014/main" id="{54A2883F-52F9-10E8-FD61-0467F17FE830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033110" y="3745992"/>
              <a:ext cx="1108279" cy="3177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73;p15">
              <a:extLst>
                <a:ext uri="{FF2B5EF4-FFF2-40B4-BE49-F238E27FC236}">
                  <a16:creationId xmlns:a16="http://schemas.microsoft.com/office/drawing/2014/main" id="{ACA11398-BAB7-2B3E-DCFC-52D7042408DB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182783" y="3745992"/>
              <a:ext cx="811556" cy="3177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" name="Google Shape;74;p15">
            <a:extLst>
              <a:ext uri="{FF2B5EF4-FFF2-40B4-BE49-F238E27FC236}">
                <a16:creationId xmlns:a16="http://schemas.microsoft.com/office/drawing/2014/main" id="{6B248727-0E2C-F2B1-B8CD-9CC2CA337C4F}"/>
              </a:ext>
            </a:extLst>
          </p:cNvPr>
          <p:cNvSpPr txBox="1"/>
          <p:nvPr/>
        </p:nvSpPr>
        <p:spPr>
          <a:xfrm>
            <a:off x="11899249" y="40144447"/>
            <a:ext cx="14171096" cy="684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i="0" u="none" strike="noStrike" cap="none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Event Site: </a:t>
            </a:r>
            <a:r>
              <a:rPr lang="en" sz="4000" b="0" i="0" u="none" strike="noStrike" cap="none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https://</a:t>
            </a:r>
            <a:r>
              <a:rPr lang="en" sz="4000" b="0" i="0" u="none" strike="noStrike" cap="none" dirty="0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hackhpc.github.io</a:t>
            </a:r>
            <a:r>
              <a:rPr lang="en" sz="4000" b="0" i="0" u="none" strike="noStrike" cap="none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/facultyhack-gateways2</a:t>
            </a:r>
            <a:r>
              <a:rPr lang="en" sz="40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 sz="2800" dirty="0">
              <a:solidFill>
                <a:schemeClr val="bg1"/>
              </a:solidFill>
            </a:endParaRPr>
          </a:p>
        </p:txBody>
      </p:sp>
      <p:pic>
        <p:nvPicPr>
          <p:cNvPr id="28" name="Picture 27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D7C7E461-90CF-111D-48A6-BC5162F097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70345" y="39825670"/>
            <a:ext cx="1207006" cy="120700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7EE9000-6B36-8114-32C8-21316914DAF9}"/>
              </a:ext>
            </a:extLst>
          </p:cNvPr>
          <p:cNvSpPr txBox="1"/>
          <p:nvPr/>
        </p:nvSpPr>
        <p:spPr>
          <a:xfrm>
            <a:off x="1353365" y="8411907"/>
            <a:ext cx="11824751" cy="646331"/>
          </a:xfrm>
          <a:prstGeom prst="rect">
            <a:avLst/>
          </a:prstGeom>
          <a:solidFill>
            <a:schemeClr val="bg1"/>
          </a:solidFill>
          <a:ln w="12700">
            <a:solidFill>
              <a:srgbClr val="005698"/>
            </a:solidFill>
          </a:ln>
        </p:spPr>
        <p:txBody>
          <a:bodyPr wrap="square" lIns="457200" anchor="ctr">
            <a:spAutoFit/>
          </a:bodyPr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rPr lang="en-US" dirty="0">
                <a:solidFill>
                  <a:srgbClr val="005698"/>
                </a:solidFill>
              </a:rPr>
              <a:t>Target Course Description</a:t>
            </a:r>
            <a:endParaRPr dirty="0">
              <a:solidFill>
                <a:srgbClr val="005698"/>
              </a:solidFill>
            </a:endParaRP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0CE00AC2-6AD6-91C2-1152-95FDC03606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418542" y="171386"/>
            <a:ext cx="1310610" cy="131061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119AF72-D483-7118-C541-86D3209C2CAF}"/>
              </a:ext>
            </a:extLst>
          </p:cNvPr>
          <p:cNvSpPr txBox="1"/>
          <p:nvPr/>
        </p:nvSpPr>
        <p:spPr>
          <a:xfrm>
            <a:off x="24715694" y="1536442"/>
            <a:ext cx="27163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7E8C9"/>
                </a:solidFill>
              </a:rPr>
              <a:t>SGX3 is funded by the </a:t>
            </a:r>
            <a:br>
              <a:rPr lang="en-US" dirty="0">
                <a:solidFill>
                  <a:srgbClr val="F7E8C9"/>
                </a:solidFill>
              </a:rPr>
            </a:br>
            <a:r>
              <a:rPr lang="en-US" dirty="0">
                <a:solidFill>
                  <a:srgbClr val="F7E8C9"/>
                </a:solidFill>
              </a:rPr>
              <a:t>National Science Foundation </a:t>
            </a:r>
            <a:br>
              <a:rPr lang="en-US" dirty="0">
                <a:solidFill>
                  <a:srgbClr val="F7E8C9"/>
                </a:solidFill>
              </a:rPr>
            </a:br>
            <a:r>
              <a:rPr lang="en-US" dirty="0">
                <a:solidFill>
                  <a:srgbClr val="F7E8C9"/>
                </a:solidFill>
              </a:rPr>
              <a:t>under award number 2231406.</a:t>
            </a: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BE3F8066-4E44-8128-BE6B-6BB059365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568656"/>
              </p:ext>
            </p:extLst>
          </p:nvPr>
        </p:nvGraphicFramePr>
        <p:xfrm>
          <a:off x="14780617" y="31492896"/>
          <a:ext cx="11289728" cy="79107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4942">
                  <a:extLst>
                    <a:ext uri="{9D8B030D-6E8A-4147-A177-3AD203B41FA5}">
                      <a16:colId xmlns:a16="http://schemas.microsoft.com/office/drawing/2014/main" val="3544158007"/>
                    </a:ext>
                  </a:extLst>
                </a:gridCol>
                <a:gridCol w="6714786">
                  <a:extLst>
                    <a:ext uri="{9D8B030D-6E8A-4147-A177-3AD203B41FA5}">
                      <a16:colId xmlns:a16="http://schemas.microsoft.com/office/drawing/2014/main" val="2953335247"/>
                    </a:ext>
                  </a:extLst>
                </a:gridCol>
              </a:tblGrid>
              <a:tr h="26369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5698"/>
                          </a:solidFill>
                        </a:rPr>
                        <a:t>[Insert Picture]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defRPr sz="2800">
                          <a:solidFill>
                            <a:srgbClr val="004C99"/>
                          </a:solidFill>
                        </a:defRPr>
                      </a:pPr>
                      <a:r>
                        <a:rPr lang="en-US" b="1" dirty="0">
                          <a:solidFill>
                            <a:srgbClr val="005698"/>
                          </a:solidFill>
                        </a:rPr>
                        <a:t>Last name, First name</a:t>
                      </a:r>
                      <a:br>
                        <a:rPr lang="en-US" b="1" dirty="0">
                          <a:solidFill>
                            <a:srgbClr val="005698"/>
                          </a:solidFill>
                        </a:rPr>
                      </a:br>
                      <a:endParaRPr lang="en-US" b="1" dirty="0">
                        <a:solidFill>
                          <a:srgbClr val="005698"/>
                        </a:solidFill>
                      </a:endParaRPr>
                    </a:p>
                    <a:p>
                      <a:pPr marL="285750" lvl="2" indent="-285750">
                        <a:buFont typeface="Arial" panose="020B0604020202020204" pitchFamily="34" charset="0"/>
                        <a:buChar char="•"/>
                        <a:defRPr>
                          <a:solidFill>
                            <a:srgbClr val="004C99"/>
                          </a:solidFill>
                        </a:defRPr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Role: Faculty Participant </a:t>
                      </a:r>
                    </a:p>
                    <a:p>
                      <a:pPr marL="285750" lvl="2" indent="-285750">
                        <a:buFont typeface="Arial" panose="020B0604020202020204" pitchFamily="34" charset="0"/>
                        <a:buChar char="•"/>
                        <a:defRPr>
                          <a:solidFill>
                            <a:srgbClr val="004C99"/>
                          </a:solidFill>
                        </a:defRPr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Affiliation</a:t>
                      </a:r>
                    </a:p>
                    <a:p>
                      <a:pPr marL="285750" lvl="2" indent="-285750">
                        <a:buFont typeface="Arial" panose="020B0604020202020204" pitchFamily="34" charset="0"/>
                        <a:buChar char="•"/>
                        <a:defRPr>
                          <a:solidFill>
                            <a:srgbClr val="004C99"/>
                          </a:solidFill>
                        </a:defRPr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Email</a:t>
                      </a:r>
                    </a:p>
                    <a:p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9216803"/>
                  </a:ext>
                </a:extLst>
              </a:tr>
              <a:tr h="26369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5698"/>
                          </a:solidFill>
                        </a:rPr>
                        <a:t>[Insert Picture]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defRPr sz="2800">
                          <a:solidFill>
                            <a:srgbClr val="004C99"/>
                          </a:solidFill>
                        </a:defRPr>
                      </a:pPr>
                      <a:r>
                        <a:rPr lang="en-US" b="1" dirty="0">
                          <a:solidFill>
                            <a:srgbClr val="005698"/>
                          </a:solidFill>
                        </a:rPr>
                        <a:t>Last name, First name</a:t>
                      </a:r>
                      <a:br>
                        <a:rPr lang="en-US" b="1" dirty="0">
                          <a:solidFill>
                            <a:srgbClr val="005698"/>
                          </a:solidFill>
                        </a:rPr>
                      </a:br>
                      <a:endParaRPr lang="en-US" b="1" dirty="0">
                        <a:solidFill>
                          <a:srgbClr val="005698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>
                          <a:solidFill>
                            <a:srgbClr val="004C99"/>
                          </a:solidFill>
                        </a:defRPr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Role: Faculty Mentor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>
                          <a:solidFill>
                            <a:srgbClr val="004C99"/>
                          </a:solidFill>
                        </a:defRPr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Affiliation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>
                          <a:solidFill>
                            <a:srgbClr val="004C99"/>
                          </a:solidFill>
                        </a:defRPr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Email</a:t>
                      </a:r>
                    </a:p>
                    <a:p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9360617"/>
                  </a:ext>
                </a:extLst>
              </a:tr>
              <a:tr h="26369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5698"/>
                          </a:solidFill>
                        </a:rPr>
                        <a:t>[Insert Picture]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defRPr sz="2800">
                          <a:solidFill>
                            <a:srgbClr val="004C99"/>
                          </a:solidFill>
                        </a:defRPr>
                      </a:pPr>
                      <a:r>
                        <a:rPr lang="en-US" b="1" dirty="0">
                          <a:solidFill>
                            <a:srgbClr val="005698"/>
                          </a:solidFill>
                        </a:rPr>
                        <a:t>Last name, First name</a:t>
                      </a:r>
                      <a:br>
                        <a:rPr lang="en-US" b="1" dirty="0">
                          <a:solidFill>
                            <a:srgbClr val="005698"/>
                          </a:solidFill>
                        </a:rPr>
                      </a:br>
                      <a:endParaRPr lang="en-US" b="1" dirty="0">
                        <a:solidFill>
                          <a:srgbClr val="005698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>
                          <a:solidFill>
                            <a:srgbClr val="004C99"/>
                          </a:solidFill>
                        </a:defRPr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Role: Faculty Mentor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>
                          <a:solidFill>
                            <a:srgbClr val="004C99"/>
                          </a:solidFill>
                        </a:defRPr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Affiliation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>
                          <a:solidFill>
                            <a:srgbClr val="004C99"/>
                          </a:solidFill>
                        </a:defRPr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Email</a:t>
                      </a:r>
                    </a:p>
                    <a:p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0679069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2275EA5B-C8A9-EFC0-947D-62561998B2A8}"/>
              </a:ext>
            </a:extLst>
          </p:cNvPr>
          <p:cNvSpPr txBox="1"/>
          <p:nvPr/>
        </p:nvSpPr>
        <p:spPr>
          <a:xfrm>
            <a:off x="14253880" y="30278083"/>
            <a:ext cx="12824210" cy="646331"/>
          </a:xfrm>
          <a:prstGeom prst="rect">
            <a:avLst/>
          </a:prstGeom>
          <a:solidFill>
            <a:srgbClr val="005698"/>
          </a:solidFill>
        </p:spPr>
        <p:txBody>
          <a:bodyPr wrap="square" lIns="457200" anchor="ctr">
            <a:spAutoFit/>
          </a:bodyPr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rPr lang="en-US" dirty="0">
                <a:solidFill>
                  <a:srgbClr val="F7E8C9"/>
                </a:solidFill>
              </a:rPr>
              <a:t>Authors</a:t>
            </a:r>
            <a:endParaRPr dirty="0">
              <a:solidFill>
                <a:srgbClr val="F7E8C9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D53E101-7345-4A95-4ABE-0F92745E7BAD}"/>
              </a:ext>
            </a:extLst>
          </p:cNvPr>
          <p:cNvSpPr txBox="1"/>
          <p:nvPr/>
        </p:nvSpPr>
        <p:spPr>
          <a:xfrm>
            <a:off x="14253880" y="9657060"/>
            <a:ext cx="12824210" cy="646331"/>
          </a:xfrm>
          <a:prstGeom prst="rect">
            <a:avLst/>
          </a:prstGeom>
          <a:solidFill>
            <a:srgbClr val="005698"/>
          </a:solidFill>
        </p:spPr>
        <p:txBody>
          <a:bodyPr wrap="square" lIns="457200" anchor="ctr">
            <a:spAutoFit/>
          </a:bodyPr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rPr lang="en-US" dirty="0">
                <a:solidFill>
                  <a:srgbClr val="F7E8C9"/>
                </a:solidFill>
              </a:rPr>
              <a:t>Mentor Suggestions</a:t>
            </a:r>
            <a:endParaRPr dirty="0">
              <a:solidFill>
                <a:srgbClr val="F7E8C9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D6B43F-610E-3209-A4F3-35EF16527FDF}"/>
              </a:ext>
            </a:extLst>
          </p:cNvPr>
          <p:cNvSpPr txBox="1"/>
          <p:nvPr/>
        </p:nvSpPr>
        <p:spPr>
          <a:xfrm>
            <a:off x="353908" y="3499332"/>
            <a:ext cx="1282420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non diam id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elementum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. Cras </a:t>
            </a:r>
            <a:r>
              <a:rPr lang="en-US" dirty="0" err="1"/>
              <a:t>lectus</a:t>
            </a:r>
            <a:r>
              <a:rPr lang="en-US" dirty="0"/>
              <a:t> lorem, pulvinar non </a:t>
            </a:r>
            <a:r>
              <a:rPr lang="en-US" dirty="0" err="1"/>
              <a:t>congue</a:t>
            </a:r>
            <a:r>
              <a:rPr lang="en-US" dirty="0"/>
              <a:t> in, pharetra vitae </a:t>
            </a:r>
            <a:r>
              <a:rPr lang="en-US" dirty="0" err="1"/>
              <a:t>justo</a:t>
            </a:r>
            <a:r>
              <a:rPr lang="en-US" dirty="0"/>
              <a:t>. Morbi </a:t>
            </a:r>
            <a:r>
              <a:rPr lang="en-US" dirty="0" err="1"/>
              <a:t>eget</a:t>
            </a:r>
            <a:r>
              <a:rPr lang="en-US" dirty="0"/>
              <a:t> maximus </a:t>
            </a:r>
            <a:r>
              <a:rPr lang="en-US" dirty="0" err="1"/>
              <a:t>odio</a:t>
            </a:r>
            <a:r>
              <a:rPr lang="en-US" dirty="0"/>
              <a:t>. Nunc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eros,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venenatis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vel. </a:t>
            </a:r>
            <a:r>
              <a:rPr lang="en-US" dirty="0" err="1"/>
              <a:t>Praesent</a:t>
            </a:r>
            <a:r>
              <a:rPr lang="en-US" dirty="0"/>
              <a:t> in nisi </a:t>
            </a:r>
            <a:r>
              <a:rPr lang="en-US" dirty="0" err="1"/>
              <a:t>placerat</a:t>
            </a:r>
            <a:r>
              <a:rPr lang="en-US" dirty="0"/>
              <a:t>, </a:t>
            </a:r>
            <a:r>
              <a:rPr lang="en-US" dirty="0" err="1"/>
              <a:t>fringilla</a:t>
            </a:r>
            <a:r>
              <a:rPr lang="en-US" dirty="0"/>
              <a:t> dui nec, auctor eros. </a:t>
            </a:r>
            <a:r>
              <a:rPr lang="en-US" dirty="0" err="1"/>
              <a:t>Etiam</a:t>
            </a:r>
            <a:r>
              <a:rPr lang="en-US" dirty="0"/>
              <a:t> ligula </a:t>
            </a:r>
            <a:r>
              <a:rPr lang="en-US" dirty="0" err="1"/>
              <a:t>nisl</a:t>
            </a:r>
            <a:r>
              <a:rPr lang="en-US" dirty="0"/>
              <a:t>, cursus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 et,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ipsum.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. </a:t>
            </a:r>
            <a:r>
              <a:rPr lang="en-US" dirty="0" err="1"/>
              <a:t>Interdum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. Nunc </a:t>
            </a:r>
            <a:r>
              <a:rPr lang="en-US" dirty="0" err="1"/>
              <a:t>elementum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auctor. Integer dolor </a:t>
            </a:r>
            <a:r>
              <a:rPr lang="en-US" dirty="0" err="1"/>
              <a:t>lectus</a:t>
            </a:r>
            <a:r>
              <a:rPr lang="en-US" dirty="0"/>
              <a:t>, </a:t>
            </a:r>
            <a:r>
              <a:rPr lang="en-US" dirty="0" err="1"/>
              <a:t>mollis</a:t>
            </a:r>
            <a:r>
              <a:rPr lang="en-US" dirty="0"/>
              <a:t> sed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,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tempus. Nunc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at </a:t>
            </a:r>
            <a:r>
              <a:rPr lang="en-US" dirty="0" err="1"/>
              <a:t>urna</a:t>
            </a:r>
            <a:r>
              <a:rPr lang="en-US" dirty="0"/>
              <a:t> lacinia,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. Sed diam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blandit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at </a:t>
            </a:r>
            <a:r>
              <a:rPr lang="en-US" dirty="0" err="1"/>
              <a:t>orci</a:t>
            </a:r>
            <a:r>
              <a:rPr lang="en-US" dirty="0"/>
              <a:t>.</a:t>
            </a:r>
          </a:p>
          <a:p>
            <a:r>
              <a:rPr lang="en-US" dirty="0"/>
              <a:t>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 per </a:t>
            </a:r>
            <a:r>
              <a:rPr lang="en-US" dirty="0" err="1"/>
              <a:t>conubia</a:t>
            </a:r>
            <a:r>
              <a:rPr lang="en-US" dirty="0"/>
              <a:t> nostra, per </a:t>
            </a:r>
            <a:r>
              <a:rPr lang="en-US" dirty="0" err="1"/>
              <a:t>inceptos</a:t>
            </a:r>
            <a:r>
              <a:rPr lang="en-US" dirty="0"/>
              <a:t> </a:t>
            </a:r>
            <a:r>
              <a:rPr lang="en-US" dirty="0" err="1"/>
              <a:t>himenaeos</a:t>
            </a:r>
            <a:r>
              <a:rPr lang="en-US" dirty="0"/>
              <a:t>. Integer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,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. Mauris semper </a:t>
            </a:r>
            <a:r>
              <a:rPr lang="en-US" dirty="0" err="1"/>
              <a:t>arcu</a:t>
            </a:r>
            <a:r>
              <a:rPr lang="en-US" dirty="0"/>
              <a:t> a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semper </a:t>
            </a:r>
            <a:r>
              <a:rPr lang="en-US" dirty="0" err="1"/>
              <a:t>ultrices</a:t>
            </a:r>
            <a:r>
              <a:rPr lang="en-US" dirty="0"/>
              <a:t> mi nec </a:t>
            </a:r>
            <a:r>
              <a:rPr lang="en-US" dirty="0" err="1"/>
              <a:t>venenatis</a:t>
            </a:r>
            <a:r>
              <a:rPr lang="en-US" dirty="0"/>
              <a:t>. Donec dictum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libero </a:t>
            </a:r>
            <a:r>
              <a:rPr lang="en-US" dirty="0" err="1"/>
              <a:t>ornare</a:t>
            </a:r>
            <a:r>
              <a:rPr lang="en-US" dirty="0"/>
              <a:t> vel. Nunc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nisi. Maecenas </a:t>
            </a:r>
            <a:r>
              <a:rPr lang="en-US" dirty="0" err="1"/>
              <a:t>arcu</a:t>
            </a:r>
            <a:r>
              <a:rPr lang="en-US" dirty="0"/>
              <a:t> libero, </a:t>
            </a:r>
            <a:r>
              <a:rPr lang="en-US" dirty="0" err="1"/>
              <a:t>sollicitudin</a:t>
            </a:r>
            <a:r>
              <a:rPr lang="en-US" dirty="0"/>
              <a:t> id </a:t>
            </a:r>
            <a:r>
              <a:rPr lang="en-US" dirty="0" err="1"/>
              <a:t>tempor</a:t>
            </a:r>
            <a:r>
              <a:rPr lang="en-US" dirty="0"/>
              <a:t> ac, </a:t>
            </a:r>
            <a:r>
              <a:rPr lang="en-US" dirty="0" err="1"/>
              <a:t>euismod</a:t>
            </a:r>
            <a:r>
              <a:rPr lang="en-US" dirty="0"/>
              <a:t> at sem. Maecenas cursus vitae </a:t>
            </a:r>
            <a:r>
              <a:rPr lang="en-US" dirty="0" err="1"/>
              <a:t>odio</a:t>
            </a:r>
            <a:r>
              <a:rPr lang="en-US" dirty="0"/>
              <a:t> in </a:t>
            </a:r>
            <a:r>
              <a:rPr lang="en-US" dirty="0" err="1"/>
              <a:t>sodales</a:t>
            </a:r>
            <a:r>
              <a:rPr lang="en-US" dirty="0"/>
              <a:t>. Proin vitae lacinia ex, sed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</a:t>
            </a:r>
          </a:p>
          <a:p>
            <a:r>
              <a:rPr lang="en-US" dirty="0" err="1"/>
              <a:t>Pellentesque</a:t>
            </a:r>
            <a:r>
              <a:rPr lang="en-US" dirty="0"/>
              <a:t> nec </a:t>
            </a:r>
            <a:r>
              <a:rPr lang="en-US" dirty="0" err="1"/>
              <a:t>placerat</a:t>
            </a:r>
            <a:r>
              <a:rPr lang="en-US" dirty="0"/>
              <a:t> magna. </a:t>
            </a:r>
            <a:r>
              <a:rPr lang="en-US" dirty="0" err="1"/>
              <a:t>Aliquam</a:t>
            </a:r>
            <a:r>
              <a:rPr lang="en-US" dirty="0"/>
              <a:t> ac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Cras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dui et </a:t>
            </a:r>
            <a:r>
              <a:rPr lang="en-US" dirty="0" err="1"/>
              <a:t>varius</a:t>
            </a:r>
            <a:r>
              <a:rPr lang="en-US" dirty="0"/>
              <a:t>. Aenean in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ligula </a:t>
            </a:r>
            <a:r>
              <a:rPr lang="en-US" dirty="0" err="1"/>
              <a:t>venenatis</a:t>
            </a:r>
            <a:r>
              <a:rPr lang="en-US" dirty="0"/>
              <a:t> cursus a </a:t>
            </a:r>
            <a:r>
              <a:rPr lang="en-US" dirty="0" err="1"/>
              <a:t>quis</a:t>
            </a:r>
            <a:r>
              <a:rPr lang="en-US" dirty="0"/>
              <a:t> mi. Mauris ligula </a:t>
            </a:r>
            <a:r>
              <a:rPr lang="en-US" dirty="0" err="1"/>
              <a:t>lacus</a:t>
            </a:r>
            <a:r>
              <a:rPr lang="en-US" dirty="0"/>
              <a:t>,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et,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. Sed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id pharetra.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 vitae </a:t>
            </a:r>
            <a:r>
              <a:rPr lang="en-US" dirty="0" err="1"/>
              <a:t>orci</a:t>
            </a:r>
            <a:r>
              <a:rPr lang="en-US" dirty="0"/>
              <a:t> et </a:t>
            </a:r>
            <a:r>
              <a:rPr lang="en-US" dirty="0" err="1"/>
              <a:t>consequat</a:t>
            </a:r>
            <a:r>
              <a:rPr lang="en-US" dirty="0"/>
              <a:t>. Mauris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,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.</a:t>
            </a:r>
          </a:p>
          <a:p>
            <a:r>
              <a:rPr lang="en-US" dirty="0" err="1"/>
              <a:t>Curabitur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vitae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, ac </a:t>
            </a:r>
            <a:r>
              <a:rPr lang="en-US" dirty="0" err="1"/>
              <a:t>venenatis</a:t>
            </a:r>
            <a:r>
              <a:rPr lang="en-US" dirty="0"/>
              <a:t> ex </a:t>
            </a:r>
            <a:r>
              <a:rPr lang="en-US" dirty="0" err="1"/>
              <a:t>blandit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a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. Sed tempus </a:t>
            </a:r>
            <a:r>
              <a:rPr lang="en-US" dirty="0" err="1"/>
              <a:t>enim</a:t>
            </a:r>
            <a:r>
              <a:rPr lang="en-US" dirty="0"/>
              <a:t> ex, non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convallis. Donec magna </a:t>
            </a:r>
            <a:r>
              <a:rPr lang="en-US" dirty="0" err="1"/>
              <a:t>risus</a:t>
            </a:r>
            <a:r>
              <a:rPr lang="en-US" dirty="0"/>
              <a:t>,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porta et, tempus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nec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,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sem.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semper, </a:t>
            </a:r>
            <a:r>
              <a:rPr lang="en-US" dirty="0" err="1"/>
              <a:t>sapien</a:t>
            </a:r>
            <a:r>
              <a:rPr lang="en-US" dirty="0"/>
              <a:t> sed </a:t>
            </a:r>
            <a:r>
              <a:rPr lang="en-US" dirty="0" err="1"/>
              <a:t>vulputate</a:t>
            </a:r>
            <a:r>
              <a:rPr lang="en-US" dirty="0"/>
              <a:t> pulvinar,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, id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semper lorem porta </a:t>
            </a:r>
            <a:r>
              <a:rPr lang="en-US" dirty="0" err="1"/>
              <a:t>egestas</a:t>
            </a:r>
            <a:r>
              <a:rPr lang="en-US" dirty="0"/>
              <a:t> auctor. </a:t>
            </a:r>
            <a:r>
              <a:rPr lang="en-US" dirty="0" err="1"/>
              <a:t>Quisque</a:t>
            </a:r>
            <a:r>
              <a:rPr lang="en-US" dirty="0"/>
              <a:t> vestibulum dictum ipsum, sed gravida </a:t>
            </a:r>
            <a:r>
              <a:rPr lang="en-US" dirty="0" err="1"/>
              <a:t>purus</a:t>
            </a:r>
            <a:r>
              <a:rPr lang="en-US" dirty="0"/>
              <a:t>. Ut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gravida, nec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efficitur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nec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Donec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vitae ipsum dictum </a:t>
            </a:r>
            <a:r>
              <a:rPr lang="en-US" dirty="0" err="1"/>
              <a:t>accumsan</a:t>
            </a:r>
            <a:r>
              <a:rPr lang="en-US" dirty="0"/>
              <a:t>. Integer 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. Vestibulum </a:t>
            </a:r>
            <a:r>
              <a:rPr lang="en-US" dirty="0" err="1"/>
              <a:t>sagittis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.</a:t>
            </a:r>
          </a:p>
          <a:p>
            <a:r>
              <a:rPr lang="en-US" dirty="0"/>
              <a:t>Sed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vestibulum </a:t>
            </a:r>
            <a:r>
              <a:rPr lang="en-US" dirty="0" err="1"/>
              <a:t>pellentesque</a:t>
            </a:r>
            <a:r>
              <a:rPr lang="en-US" dirty="0"/>
              <a:t>. Ut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eros mi, </a:t>
            </a:r>
            <a:r>
              <a:rPr lang="en-US" dirty="0" err="1"/>
              <a:t>mollis</a:t>
            </a:r>
            <a:r>
              <a:rPr lang="en-US" dirty="0"/>
              <a:t> sed magna vitae,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. In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</a:t>
            </a:r>
            <a:r>
              <a:rPr lang="en-US" dirty="0" err="1"/>
              <a:t>posuere</a:t>
            </a:r>
            <a:r>
              <a:rPr lang="en-US" dirty="0"/>
              <a:t> a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. Sed cursus, eros a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,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, at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a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 libero, </a:t>
            </a:r>
            <a:r>
              <a:rPr lang="en-US" dirty="0" err="1"/>
              <a:t>interdum</a:t>
            </a:r>
            <a:r>
              <a:rPr lang="en-US" dirty="0"/>
              <a:t> sed </a:t>
            </a:r>
            <a:r>
              <a:rPr lang="en-US" dirty="0" err="1"/>
              <a:t>suscipit</a:t>
            </a:r>
            <a:r>
              <a:rPr lang="en-US" dirty="0"/>
              <a:t> et, </a:t>
            </a:r>
            <a:r>
              <a:rPr lang="en-US" dirty="0" err="1"/>
              <a:t>iaculis</a:t>
            </a:r>
            <a:r>
              <a:rPr lang="en-US" dirty="0"/>
              <a:t> in dui. </a:t>
            </a:r>
            <a:r>
              <a:rPr lang="en-US" dirty="0" err="1"/>
              <a:t>Quisque</a:t>
            </a:r>
            <a:r>
              <a:rPr lang="en-US" dirty="0"/>
              <a:t> semper porta </a:t>
            </a:r>
            <a:r>
              <a:rPr lang="en-US" dirty="0" err="1"/>
              <a:t>tincidunt</a:t>
            </a:r>
            <a:r>
              <a:rPr lang="en-US" dirty="0"/>
              <a:t>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2483862-32B4-5303-E742-3678FA848F10}"/>
              </a:ext>
            </a:extLst>
          </p:cNvPr>
          <p:cNvSpPr txBox="1"/>
          <p:nvPr/>
        </p:nvSpPr>
        <p:spPr>
          <a:xfrm>
            <a:off x="14098771" y="3760884"/>
            <a:ext cx="13027477" cy="5396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125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 dolor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non diam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dapibus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Cras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lorem, pulvinar non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in, pharetra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Morbi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maximus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pretium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eros,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venenatis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Praesent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nisi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fringilla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dui nec, auctor eros.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Etiam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ligula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cursus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sapien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finibus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ipsum.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Suspendisse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Interdum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fames ac ante ipsum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primis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faucibus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purus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auctor. Integer dolor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pretium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purus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Maecenas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tincidunt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tempus.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est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lacinia,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lobortis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condimentum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Sed diam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blandit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just">
              <a:spcAft>
                <a:spcPts val="1125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Class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aptent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taciti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sociosqu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litora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torquent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conubia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nostra, 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inceptos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himenaeos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Integer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finibus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Mauris semper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semper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ultrices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mi 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venenatis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Donec dictum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libero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ornare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nisi. Maecenas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libero,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ac,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euismod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sem. Maecenas cursus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Proin vitae lacinia ex,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just">
              <a:spcAft>
                <a:spcPts val="1125"/>
              </a:spcAft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magna.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varius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Cras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condimentum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rhoncus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pretium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molestie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tristique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dui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varius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Aenean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ligula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venenatis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cursus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mi. Mauris ligula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euismod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turpis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dapibus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suscipit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est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id pharetra.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Fusce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sagittis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Mauris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posuere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euismod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just">
              <a:spcAft>
                <a:spcPts val="1125"/>
              </a:spcAft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Curabitur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laoreet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ac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venenatis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blandit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accumsan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tristique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Sed tempus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ex, non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egestas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convallis. Donec magna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ullamcorper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porta et, tempus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Suspendisse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nunc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convallis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posuere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volutpat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sem. Lorem ipsum dolor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semper,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sapien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vulputate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pulvinar,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sapien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turpis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augue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Fusce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semper lorem porta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egestas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auctor.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vestibulum dictum ipsum, sed gravida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purus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Ut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vehicula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gravida, 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hendrerit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efficitur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Suspendisse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Donec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tellus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vitae ipsum dictum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accumsan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Integer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vulputate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Vestibulum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sagittis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just">
              <a:spcAft>
                <a:spcPts val="1125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vestibulum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Ut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ornare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tincidunt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ultrices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Fusce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eros mi,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magna vitae,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dignissim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accumsan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massa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posuere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nibh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posuere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Sed cursus, eros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scelerisque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accumsan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rutrum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laoreet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augue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augue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libero,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interdum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suscipit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dui.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semper porta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tincidunt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E82D619-4DEA-B375-2F31-A95FD0C61C4F}"/>
              </a:ext>
            </a:extLst>
          </p:cNvPr>
          <p:cNvSpPr txBox="1"/>
          <p:nvPr/>
        </p:nvSpPr>
        <p:spPr>
          <a:xfrm>
            <a:off x="14253880" y="19384299"/>
            <a:ext cx="12824210" cy="5396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125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 dolor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non diam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dapibus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Cras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lorem, pulvinar non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in, pharetra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Morbi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maximus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pretium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eros,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venenatis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Praesent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nisi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fringilla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dui nec, auctor eros.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Etiam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ligula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cursus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sapien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finibus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ipsum.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Suspendisse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Interdum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fames ac ante ipsum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primis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faucibus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purus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auctor. Integer dolor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pretium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purus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Maecenas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tincidunt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tempus.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est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lacinia,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lobortis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condimentum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Sed diam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blandit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just">
              <a:spcAft>
                <a:spcPts val="1125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Class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aptent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taciti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sociosqu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litora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torquent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conubia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nostra, 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inceptos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himenaeos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Integer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finibus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Mauris semper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semper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ultrices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mi 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venenatis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Donec dictum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libero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ornare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nisi. Maecenas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libero,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ac,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euismod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sem. Maecenas cursus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Proin vitae lacinia ex,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just">
              <a:spcAft>
                <a:spcPts val="1125"/>
              </a:spcAft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magna.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varius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Cras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condimentum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rhoncus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pretium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molestie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tristique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dui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varius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Aenean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ligula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venenatis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cursus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mi. Mauris ligula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euismod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turpis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dapibus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suscipit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est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id pharetra.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Fusce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sagittis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Mauris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posuere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euismod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just">
              <a:spcAft>
                <a:spcPts val="1125"/>
              </a:spcAft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Curabitur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laoreet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ac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venenatis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blandit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accumsan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tristique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Sed tempus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ex, non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egestas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convallis. Donec magna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ullamcorper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porta et, tempus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Suspendisse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nunc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convallis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posuere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volutpat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sem. Lorem ipsum dolor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semper,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sapien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vulputate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pulvinar,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sapien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turpis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augue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Fusce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semper lorem porta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egestas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auctor.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vestibulum dictum ipsum, sed gravida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purus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Ut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vehicula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gravida, 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hendrerit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efficitur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Suspendisse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Donec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tellus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vitae ipsum dictum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accumsan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Integer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vulputate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Vestibulum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sagittis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just">
              <a:spcAft>
                <a:spcPts val="1125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vestibulum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Ut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ornare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tincidunt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ultrices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Fusce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eros mi,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magna vitae,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dignissim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accumsan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massa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posuere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nibh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posuere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Sed cursus, eros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scelerisque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accumsan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rutrum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laoreet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augue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augue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libero,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interdum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suscipit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dui.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semper porta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tincidunt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0B8A442-4A53-5BC8-0B87-13029B9CDFC5}"/>
              </a:ext>
            </a:extLst>
          </p:cNvPr>
          <p:cNvSpPr txBox="1"/>
          <p:nvPr/>
        </p:nvSpPr>
        <p:spPr>
          <a:xfrm>
            <a:off x="1353365" y="15997903"/>
            <a:ext cx="11824752" cy="5827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125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 dolor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non diam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dapibus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Cras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lorem, pulvinar non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in, pharetra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Morbi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maximus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pretium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eros,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venenatis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Praesent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nisi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fringilla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dui nec, auctor eros.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Etiam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ligula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cursus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sapien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finibus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ipsum.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Suspendisse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Interdum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fames ac ante ipsum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primis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faucibus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purus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auctor. Integer dolor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pretium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purus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Maecenas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tincidunt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tempus.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est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lacinia,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lobortis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condimentum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Sed diam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blandit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just">
              <a:spcAft>
                <a:spcPts val="1125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Class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aptent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taciti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sociosqu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litora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torquent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conubia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nostra, 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inceptos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himenaeos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Integer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finibus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Mauris semper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semper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ultrices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mi 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venenatis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Donec dictum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libero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ornare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nisi. Maecenas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libero,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ac,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euismod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sem. Maecenas cursus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Proin vitae lacinia ex,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just">
              <a:spcAft>
                <a:spcPts val="1125"/>
              </a:spcAft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magna.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varius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Cras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condimentum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rhoncus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pretium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molestie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tristique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dui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varius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Aenean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ligula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venenatis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cursus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mi. Mauris ligula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euismod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turpis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dapibus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suscipit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est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id pharetra.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Fusce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sagittis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Mauris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posuere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euismod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just">
              <a:spcAft>
                <a:spcPts val="1125"/>
              </a:spcAft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Curabitur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laoreet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ac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venenatis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blandit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accumsan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tristique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Sed tempus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ex, non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egestas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convallis. Donec magna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ullamcorper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porta et, tempus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Suspendisse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nunc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convallis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posuere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volutpat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sem. Lorem ipsum dolor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semper,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sapien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vulputate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pulvinar,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sapien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turpis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augue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Fusce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semper lorem porta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egestas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auctor.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vestibulum dictum ipsum, sed gravida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purus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Ut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vehicula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gravida, 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hendrerit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efficitur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Suspendisse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Donec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tellus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vitae ipsum dictum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accumsan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Integer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vulputate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Vestibulum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sagittis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just">
              <a:spcAft>
                <a:spcPts val="1125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vestibulum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Ut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ornare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tincidunt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ultrices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Fusce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eros mi,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magna vitae,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dignissim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accumsan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massa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posuere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nibh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posuere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Sed cursus, eros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scelerisque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accumsan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rutrum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laoreet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augue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augue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libero,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interdum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suscipit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dui.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semper porta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tincidunt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F955DE6-67A3-57E9-6229-D248D7ED4104}"/>
              </a:ext>
            </a:extLst>
          </p:cNvPr>
          <p:cNvSpPr txBox="1"/>
          <p:nvPr/>
        </p:nvSpPr>
        <p:spPr>
          <a:xfrm>
            <a:off x="353908" y="25498763"/>
            <a:ext cx="12824208" cy="5396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125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 dolor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non diam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dapibus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Cras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lorem, pulvinar non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in, pharetra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Morbi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maximus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pretium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eros,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venenatis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Praesent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nisi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fringilla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dui nec, auctor eros.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Etiam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ligula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cursus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sapien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finibus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ipsum.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Suspendisse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Interdum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fames ac ante ipsum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primis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faucibus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purus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auctor. Integer dolor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pretium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purus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Maecenas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tincidunt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tempus.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est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lacinia,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lobortis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condimentum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Sed diam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blandit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just">
              <a:spcAft>
                <a:spcPts val="1125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Class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aptent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taciti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sociosqu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litora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torquent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conubia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nostra, 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inceptos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himenaeos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Integer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finibus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Mauris semper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semper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ultrices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mi 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venenatis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Donec dictum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libero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ornare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nisi. Maecenas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libero,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ac,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euismod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sem. Maecenas cursus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Proin vitae lacinia ex,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just">
              <a:spcAft>
                <a:spcPts val="1125"/>
              </a:spcAft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magna.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varius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Cras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condimentum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rhoncus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pretium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molestie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tristique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dui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varius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Aenean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ligula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venenatis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cursus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mi. Mauris ligula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euismod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turpis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dapibus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suscipit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est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id pharetra.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Fusce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sagittis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Mauris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posuere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euismod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just">
              <a:spcAft>
                <a:spcPts val="1125"/>
              </a:spcAft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Curabitur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laoreet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ac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venenatis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blandit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accumsan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tristique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Sed tempus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ex, non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egestas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convallis. Donec magna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ullamcorper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porta et, tempus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Suspendisse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nunc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convallis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posuere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volutpat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sem. Lorem ipsum dolor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semper,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sapien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vulputate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pulvinar,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sapien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turpis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augue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Fusce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semper lorem porta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egestas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auctor.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vestibulum dictum ipsum, sed gravida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purus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Ut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vehicula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gravida, 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hendrerit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efficitur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Suspendisse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Donec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tellus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vitae ipsum dictum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accumsan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Integer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vulputate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Vestibulum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sagittis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just">
              <a:spcAft>
                <a:spcPts val="1125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vestibulum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Ut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ornare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tincidunt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ultrices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Fusce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eros mi,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magna vitae,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dignissim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accumsan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massa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posuere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nibh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posuere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Sed cursus, eros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scelerisque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accumsan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rutrum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laoreet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augue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augue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libero,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interdum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suscipit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dui.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semper porta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tincidunt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B0EC4B8-9F8E-1435-081C-4AB78AA922AC}"/>
              </a:ext>
            </a:extLst>
          </p:cNvPr>
          <p:cNvSpPr txBox="1"/>
          <p:nvPr/>
        </p:nvSpPr>
        <p:spPr>
          <a:xfrm>
            <a:off x="14253877" y="27083590"/>
            <a:ext cx="12824210" cy="2387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125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 dolor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non diam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dapibus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Cras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lorem, pulvinar non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in, pharetra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Morbi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maximus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pretium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eros,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venenatis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Praesent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nisi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fringilla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dui nec, auctor eros.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Etiam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ligula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cursus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sapien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finibus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ipsum.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Suspendisse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Interdum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fames ac ante ipsum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primis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faucibus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purus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auctor. Integer dolor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pretium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purus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Maecenas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tincidunt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tempus.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est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lacinia,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lobortis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condimentum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Sed diam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blandit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just">
              <a:spcAft>
                <a:spcPts val="1125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Class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aptent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taciti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sociosqu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litora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torquent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conubia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nostra, 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inceptos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himenaeos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Integer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finibus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Mauris semper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semper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ultrices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mi 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venenatis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Donec dictum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libero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ornare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nisi. Maecenas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libero,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ac,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euismod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sem. Maecenas cursus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Proin vitae lacinia ex,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69DBD55-F782-20EB-0192-976EC2B5D9FF}"/>
              </a:ext>
            </a:extLst>
          </p:cNvPr>
          <p:cNvSpPr txBox="1"/>
          <p:nvPr/>
        </p:nvSpPr>
        <p:spPr>
          <a:xfrm>
            <a:off x="14220972" y="15047545"/>
            <a:ext cx="12857115" cy="2387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125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 dolor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non diam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dapibus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Cras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lorem, pulvinar non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in, pharetra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Morbi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maximus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pretium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eros,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venenatis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Praesent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nisi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fringilla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dui nec, auctor eros.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Etiam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ligula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cursus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sapien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finibus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ipsum.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Suspendisse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Interdum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fames ac ante ipsum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primis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faucibus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purus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auctor. Integer dolor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pretium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purus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Maecenas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tincidunt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tempus.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est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lacinia,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lobortis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condimentum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Sed diam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blandit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just">
              <a:spcAft>
                <a:spcPts val="1125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Class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aptent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taciti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sociosqu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litora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torquent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conubia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nostra, 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inceptos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himenaeos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Integer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finibus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Mauris semper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semper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ultrices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mi 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venenatis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Donec dictum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libero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ornare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nisi. Maecenas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libero,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ac,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euismod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sem. Maecenas cursus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Proin vitae lacinia ex,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B5206BB-0D24-569E-DFE3-6E377AA3D457}"/>
              </a:ext>
            </a:extLst>
          </p:cNvPr>
          <p:cNvSpPr txBox="1"/>
          <p:nvPr/>
        </p:nvSpPr>
        <p:spPr>
          <a:xfrm>
            <a:off x="14253877" y="10811458"/>
            <a:ext cx="12824210" cy="2387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125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 dolor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non diam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dapibus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Cras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lorem, pulvinar non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in, pharetra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Morbi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maximus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pretium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eros,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venenatis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Praesent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nisi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fringilla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dui nec, auctor eros.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Etiam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ligula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cursus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sapien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finibus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ipsum.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Suspendisse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Interdum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fames ac ante ipsum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primis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faucibus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purus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auctor. Integer dolor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pretium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purus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Maecenas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tincidunt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tempus.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est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lacinia,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lobortis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condimentum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Sed diam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blandit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just">
              <a:spcAft>
                <a:spcPts val="1125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Class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aptent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taciti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sociosqu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litora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torquent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conubia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nostra, 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inceptos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himenaeos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Integer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finibus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Mauris semper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semper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ultrices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mi 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venenatis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Donec dictum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libero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ornare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nisi. Maecenas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libero,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ac,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euismod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sem. Maecenas cursus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Proin vitae lacinia ex,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29D1CFE2-D743-671C-4AF3-A058E46F52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962044"/>
              </p:ext>
            </p:extLst>
          </p:nvPr>
        </p:nvGraphicFramePr>
        <p:xfrm>
          <a:off x="1353365" y="9458807"/>
          <a:ext cx="11824750" cy="5229904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2899658">
                  <a:extLst>
                    <a:ext uri="{9D8B030D-6E8A-4147-A177-3AD203B41FA5}">
                      <a16:colId xmlns:a16="http://schemas.microsoft.com/office/drawing/2014/main" val="676671448"/>
                    </a:ext>
                  </a:extLst>
                </a:gridCol>
                <a:gridCol w="8925092">
                  <a:extLst>
                    <a:ext uri="{9D8B030D-6E8A-4147-A177-3AD203B41FA5}">
                      <a16:colId xmlns:a16="http://schemas.microsoft.com/office/drawing/2014/main" val="1267472654"/>
                    </a:ext>
                  </a:extLst>
                </a:gridCol>
              </a:tblGrid>
              <a:tr h="653738"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Course Name: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5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005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F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rgbClr val="005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5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513868"/>
                  </a:ext>
                </a:extLst>
              </a:tr>
              <a:tr h="653738"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Course Number: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5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rgbClr val="005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7264617"/>
                  </a:ext>
                </a:extLst>
              </a:tr>
              <a:tr h="653738"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Department: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5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rgbClr val="005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B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324315"/>
                  </a:ext>
                </a:extLst>
              </a:tr>
              <a:tr h="653738"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Anticipated Enrollment: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5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rgbClr val="005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301363"/>
                  </a:ext>
                </a:extLst>
              </a:tr>
              <a:tr h="653738"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Prerequisites: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5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rgbClr val="005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53091182"/>
                  </a:ext>
                </a:extLst>
              </a:tr>
              <a:tr h="653738"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Key Content: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5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rgbClr val="005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20263563"/>
                  </a:ext>
                </a:extLst>
              </a:tr>
              <a:tr h="65373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Description: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5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rgbClr val="005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61602999"/>
                  </a:ext>
                </a:extLst>
              </a:tr>
              <a:tr h="653738"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Project Repo: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5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rgbClr val="005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rgbClr val="005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005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51312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ultyHack25_Poster_Template" id="{88B96D14-41E2-E94D-8FCA-92532D59F986}" vid="{3CE10445-F4DD-CD41-832A-45EE8C66EBE9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3465</Words>
  <Application>Microsoft Macintosh PowerPoint</Application>
  <PresentationFormat>Custom</PresentationFormat>
  <Paragraphs>67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Open Sans</vt:lpstr>
      <vt:lpstr>Calibri</vt:lpstr>
      <vt:lpstr>Avenir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Jeff Wood</dc:creator>
  <cp:lastModifiedBy>Jeaime Powell</cp:lastModifiedBy>
  <cp:revision>5</cp:revision>
  <dcterms:created xsi:type="dcterms:W3CDTF">2022-08-16T17:08:39Z</dcterms:created>
  <dcterms:modified xsi:type="dcterms:W3CDTF">2025-09-23T16:55:04Z</dcterms:modified>
</cp:coreProperties>
</file>